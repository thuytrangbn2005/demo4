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4CE59-B98D-247C-3ADF-B6624DA0C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6EC79CB-9104-C3DE-8EAF-BA46994BE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CDE3BF-0A7E-22C1-E8AF-CA61F4840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857-28D0-4FF7-AE5B-E3C20D2B5435}" type="datetimeFigureOut">
              <a:rPr lang="vi-VN" smtClean="0"/>
              <a:t>19/05/2026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90F5DC-FB2E-2BBD-FCA1-ED7A582BA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15C533-21EA-D624-B3E8-E2FCB8DB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8ED2-34E2-423F-8D5E-30FBE260F3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279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07202D-E2D7-73EC-19A0-0500E304E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F4639D-2073-AF5F-A46D-650A67EF8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3693D6-F8FB-29B8-1687-B36F3E643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857-28D0-4FF7-AE5B-E3C20D2B5435}" type="datetimeFigureOut">
              <a:rPr lang="vi-VN" smtClean="0"/>
              <a:t>19/05/2026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64C739-5D49-976E-72BB-450EDC0FA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6D7958-F3F1-9DD3-5E6B-994D47E3D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8ED2-34E2-423F-8D5E-30FBE260F3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51904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E59406-7721-9B7C-BA58-4B3927C6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D59B644-B402-4B25-573C-F415D4543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FD96A7-62E2-E3F4-5DC6-231A1E577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857-28D0-4FF7-AE5B-E3C20D2B5435}" type="datetimeFigureOut">
              <a:rPr lang="vi-VN" smtClean="0"/>
              <a:t>19/05/2026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45E046-E46D-3BCD-74FD-4B772BBA5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DC92D6-54D5-935D-8791-DC5DD59D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8ED2-34E2-423F-8D5E-30FBE260F3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7929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435816-C1B3-2EC6-8160-7B0C0911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D19FF0-75FE-BB76-2D36-A76929560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A2ECE1C-737B-D24F-B949-CA1BCDF7C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BDBD1B-D588-31A8-EBAC-D7E6E49D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857-28D0-4FF7-AE5B-E3C20D2B5435}" type="datetimeFigureOut">
              <a:rPr lang="vi-VN" smtClean="0"/>
              <a:t>19/05/2026</a:t>
            </a:fld>
            <a:endParaRPr lang="vi-VN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3D4F78-F629-E9D7-1AD1-224945F8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AF888A-4983-22A6-6ECB-33094B68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8ED2-34E2-423F-8D5E-30FBE260F3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070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067BF4-F92E-E933-31BE-C4E96AB08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220B10B-E9E7-4D42-8806-F7B28952D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C3D34A2-1E0A-3E9E-A334-ED3C200E3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85EA543-9DD5-C68E-E08C-1236812474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FEC22E8-1B33-17DC-3280-D74D6EB882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8BC9B56-B310-86A3-93C2-FED6E91B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857-28D0-4FF7-AE5B-E3C20D2B5435}" type="datetimeFigureOut">
              <a:rPr lang="vi-VN" smtClean="0"/>
              <a:t>19/05/2026</a:t>
            </a:fld>
            <a:endParaRPr lang="vi-VN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BDA376B-FF50-F113-44C8-95350324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3067B86-B1D4-D7AF-8CF7-275CEB3C1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8ED2-34E2-423F-8D5E-30FBE260F3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3822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6507F1-B42A-C230-43F6-2A4C4636A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6DA00EE-0E96-A166-584F-63D5AFE9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857-28D0-4FF7-AE5B-E3C20D2B5435}" type="datetimeFigureOut">
              <a:rPr lang="vi-VN" smtClean="0"/>
              <a:t>19/05/2026</a:t>
            </a:fld>
            <a:endParaRPr lang="vi-VN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83BF90E-D355-E7CD-7566-77062890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28A3414-7764-6DEC-C877-3188D79B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8ED2-34E2-423F-8D5E-30FBE260F3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5438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EEC3634-9D30-A4C5-DFF6-2F5277A1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857-28D0-4FF7-AE5B-E3C20D2B5435}" type="datetimeFigureOut">
              <a:rPr lang="vi-VN" smtClean="0"/>
              <a:t>19/05/2026</a:t>
            </a:fld>
            <a:endParaRPr lang="vi-VN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629D5A6-2EC2-0AC6-CC37-303883C39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EC05BDE-2559-59E9-65A7-5A51B072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8ED2-34E2-423F-8D5E-30FBE260F3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2822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921FF8-CF32-0C8B-9945-B6148EDF2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836CC5-AB7E-3B84-6934-9586D0E77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D3B960E-1E3B-5314-5B5F-5A6101143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AE6179-9672-DA52-1C08-59452588F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857-28D0-4FF7-AE5B-E3C20D2B5435}" type="datetimeFigureOut">
              <a:rPr lang="vi-VN" smtClean="0"/>
              <a:t>19/05/2026</a:t>
            </a:fld>
            <a:endParaRPr lang="vi-VN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A53DF8-E2D4-0F6A-9D8A-EA11F73B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22F7EE-ED66-02F8-2832-2863EEA8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8ED2-34E2-423F-8D5E-30FBE260F3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48120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ABA2C5-91A2-383A-C6B8-80865FBA5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65B359-0217-CD1E-A315-BEF707A0B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456E31-E84B-E533-CDB9-61B2541D1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176CAB9-84B8-857A-5608-70843E262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857-28D0-4FF7-AE5B-E3C20D2B5435}" type="datetimeFigureOut">
              <a:rPr lang="vi-VN" smtClean="0"/>
              <a:t>19/05/2026</a:t>
            </a:fld>
            <a:endParaRPr lang="vi-VN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EE46814-5DB6-BBDE-9778-221434244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16185AF-ADE5-93BF-3571-5782AE814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8ED2-34E2-423F-8D5E-30FBE260F3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16888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166AD7-497E-F83F-713C-C92C15D84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B8184B5-7868-1263-2FD3-984211EC0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29740E-5E7E-E50D-3075-32F4B205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857-28D0-4FF7-AE5B-E3C20D2B5435}" type="datetimeFigureOut">
              <a:rPr lang="vi-VN" smtClean="0"/>
              <a:t>19/05/2026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64739C-FDFA-C2C6-A305-C19951D99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FCB596-69C8-53B0-936A-7C409160C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8ED2-34E2-423F-8D5E-30FBE260F3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45454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21A6081-B743-6DC9-2BC0-836EC09316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4EF6503-3AFD-61F3-9A0C-A90BD75DF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8361DC-1A37-F705-F9A3-346744ED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C857-28D0-4FF7-AE5B-E3C20D2B5435}" type="datetimeFigureOut">
              <a:rPr lang="vi-VN" smtClean="0"/>
              <a:t>19/05/2026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75BAF59-0D9F-FCB6-3AF9-892EF3AB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DD152D-627C-7ACA-976F-D940A50D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8ED2-34E2-423F-8D5E-30FBE260F3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9854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6D8DFC3-DA33-460C-C238-5E9857CF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vi-VN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CC35C55-3883-44B9-2C41-344D4DBEA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vi-VN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FC35FC-02C6-3842-2FD5-D7C3A4C80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6C857-28D0-4FF7-AE5B-E3C20D2B5435}" type="datetimeFigureOut">
              <a:rPr lang="vi-VN" smtClean="0"/>
              <a:t>19/05/2026</a:t>
            </a:fld>
            <a:endParaRPr lang="vi-VN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6C2C17-5154-6880-98B6-98F3A001D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61F435-EA74-C7F0-5B78-05AAE484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3A8ED2-34E2-423F-8D5E-30FBE260F35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7193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ata.kcg.gov.tw/File/DirectDownload/80bbbbd3-9ee4-4244-98e9-b4c08deda91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CBC380-0655-5592-88C1-5C5C571AA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828" y="501878"/>
            <a:ext cx="10341429" cy="271008"/>
          </a:xfrm>
        </p:spPr>
        <p:txBody>
          <a:bodyPr>
            <a:normAutofit fontScale="90000"/>
          </a:bodyPr>
          <a:lstStyle/>
          <a:p>
            <a:r>
              <a:rPr lang="en-US" altLang="zh-TW" sz="3200" b="1" dirty="0"/>
              <a:t>1.</a:t>
            </a:r>
            <a:r>
              <a:rPr lang="zh-TW" altLang="en-US" sz="3200" b="1" dirty="0"/>
              <a:t>建立</a:t>
            </a:r>
            <a:r>
              <a:rPr lang="en-US" altLang="zh-TW" sz="3200" b="1" dirty="0"/>
              <a:t>【demo04】</a:t>
            </a:r>
            <a:r>
              <a:rPr lang="zh-TW" altLang="en-US" sz="3200" b="1" dirty="0"/>
              <a:t>資料夾，並且在 </a:t>
            </a:r>
            <a:r>
              <a:rPr lang="en-US" altLang="zh-TW" sz="3200" b="1" dirty="0"/>
              <a:t>vs code </a:t>
            </a:r>
            <a:r>
              <a:rPr lang="zh-TW" altLang="en-US" sz="3200" b="1" dirty="0"/>
              <a:t>中開始這個資料夾。</a:t>
            </a:r>
            <a:endParaRPr lang="vi-VN" sz="3200" b="1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0793F4A-137B-C0BA-196A-80822BA34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58" y="950771"/>
            <a:ext cx="10957883" cy="415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12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3AF3B3-B0AB-17B6-0FF7-0EEB3BA5D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365125"/>
            <a:ext cx="10920663" cy="1325563"/>
          </a:xfrm>
        </p:spPr>
        <p:txBody>
          <a:bodyPr>
            <a:noAutofit/>
          </a:bodyPr>
          <a:lstStyle/>
          <a:p>
            <a:r>
              <a:rPr lang="en-US" altLang="zh-TW" sz="2400" b="1" dirty="0"/>
              <a:t>2.</a:t>
            </a:r>
            <a:r>
              <a:rPr lang="zh-TW" altLang="en-US" sz="2400" b="1" dirty="0"/>
              <a:t>請使用 </a:t>
            </a:r>
            <a:r>
              <a:rPr lang="vi-VN" sz="2400" b="1" dirty="0" err="1"/>
              <a:t>github</a:t>
            </a:r>
            <a:r>
              <a:rPr lang="vi-VN" sz="2400" b="1" dirty="0"/>
              <a:t> </a:t>
            </a:r>
            <a:r>
              <a:rPr lang="vi-VN" sz="2400" b="1" dirty="0" err="1"/>
              <a:t>colipot</a:t>
            </a:r>
            <a:r>
              <a:rPr lang="vi-VN" sz="2400" b="1" dirty="0"/>
              <a:t> </a:t>
            </a:r>
            <a:r>
              <a:rPr lang="zh-TW" altLang="en-US" sz="2400" b="1" dirty="0"/>
              <a:t>撰寫一個程式，可以抓取 </a:t>
            </a:r>
            <a:r>
              <a:rPr lang="vi-VN" sz="2400" b="1" dirty="0" err="1"/>
              <a:t>opendata</a:t>
            </a:r>
            <a:r>
              <a:rPr lang="vi-VN" sz="2400" b="1" dirty="0"/>
              <a:t> </a:t>
            </a:r>
            <a:r>
              <a:rPr lang="zh-TW" altLang="en-US" sz="2400" b="1" dirty="0"/>
              <a:t>網站上高雄市旅遊網的活動資料</a:t>
            </a:r>
            <a:r>
              <a:rPr lang="en-US" altLang="zh-TW" sz="2400" b="1" dirty="0"/>
              <a:t>(</a:t>
            </a:r>
            <a:r>
              <a:rPr lang="vi-VN" sz="2400" b="1" dirty="0">
                <a:hlinkClick r:id="rId2"/>
              </a:rPr>
              <a:t>https://data.kcg.gov.tw/File/DirectDownload/80bbbbd3-9ee4-4244-98e9-b4c08deda91b</a:t>
            </a:r>
            <a:r>
              <a:rPr lang="vi-VN" sz="2400" b="1" dirty="0"/>
              <a:t>)，</a:t>
            </a:r>
            <a:r>
              <a:rPr lang="zh-TW" altLang="en-US" sz="2400" b="1" dirty="0"/>
              <a:t>並且顯示在畫面上。</a:t>
            </a:r>
            <a:endParaRPr lang="vi-VN" sz="2400" b="1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8DEB1CD-AE02-EF9B-06B8-FFA7F0C8D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7069" y="1970004"/>
            <a:ext cx="5517273" cy="435133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78788E7-2653-358E-B387-60B751606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762" y="1970005"/>
            <a:ext cx="6605409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08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E07582BA-BCBC-1244-203E-52184C119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8150" y="301076"/>
            <a:ext cx="7500755" cy="435133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87BD142-51C6-F5D4-0E6F-E0FE230C2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601"/>
            <a:ext cx="4848150" cy="650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26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220376-F3B5-C385-F011-F5781197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714" y="413252"/>
            <a:ext cx="11534275" cy="1078664"/>
          </a:xfrm>
        </p:spPr>
        <p:txBody>
          <a:bodyPr>
            <a:normAutofit/>
          </a:bodyPr>
          <a:lstStyle/>
          <a:p>
            <a:r>
              <a:rPr lang="en-US" altLang="zh-TW" sz="3200" b="1" dirty="0"/>
              <a:t>3.</a:t>
            </a:r>
            <a:r>
              <a:rPr lang="zh-TW" altLang="en-US" sz="3200" b="1" dirty="0"/>
              <a:t>初始化 </a:t>
            </a:r>
            <a:r>
              <a:rPr lang="vi-VN" sz="3200" b="1" dirty="0" err="1"/>
              <a:t>git</a:t>
            </a:r>
            <a:r>
              <a:rPr lang="vi-VN" sz="3200" b="1" dirty="0"/>
              <a:t> </a:t>
            </a:r>
            <a:r>
              <a:rPr lang="zh-TW" altLang="en-US" sz="3200" b="1" dirty="0"/>
              <a:t>專案，並將目前的專案完成版本控制</a:t>
            </a:r>
            <a:r>
              <a:rPr lang="en-US" altLang="zh-TW" sz="3200" b="1" dirty="0"/>
              <a:t>(</a:t>
            </a:r>
            <a:r>
              <a:rPr lang="vi-VN" sz="3200" b="1" dirty="0" err="1"/>
              <a:t>version</a:t>
            </a:r>
            <a:r>
              <a:rPr lang="vi-VN" sz="3200" b="1" dirty="0"/>
              <a:t> 1.0)。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F0791E47-F2F8-416F-3435-70D670F20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565" y="1491916"/>
            <a:ext cx="7783011" cy="122889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80C1DF9-0195-DD28-60E7-B680F0F35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64" y="2720812"/>
            <a:ext cx="7783011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49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C30DF5-78EA-0C48-5D07-3043FAD4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altLang="zh-TW" sz="3200" b="1" dirty="0"/>
              <a:t>4</a:t>
            </a:r>
            <a:r>
              <a:rPr lang="en-US" altLang="zh-TW" sz="3200" b="1" dirty="0"/>
              <a:t>.</a:t>
            </a:r>
            <a:r>
              <a:rPr lang="zh-TW" altLang="en-US" sz="3200" b="1" dirty="0"/>
              <a:t>在 </a:t>
            </a:r>
            <a:r>
              <a:rPr lang="vi-VN" sz="3200" b="1" dirty="0" err="1"/>
              <a:t>github</a:t>
            </a:r>
            <a:r>
              <a:rPr lang="vi-VN" sz="3200" b="1" dirty="0"/>
              <a:t> </a:t>
            </a:r>
            <a:r>
              <a:rPr lang="zh-TW" altLang="en-US" sz="3200" b="1" dirty="0"/>
              <a:t>上建立一個 </a:t>
            </a:r>
            <a:r>
              <a:rPr lang="vi-VN" sz="3200" b="1" dirty="0" err="1"/>
              <a:t>repository</a:t>
            </a:r>
            <a:r>
              <a:rPr lang="vi-VN" sz="3200" b="1" dirty="0"/>
              <a:t> </a:t>
            </a:r>
            <a:r>
              <a:rPr lang="zh-TW" altLang="en-US" sz="3200" b="1" dirty="0"/>
              <a:t>名稱為 </a:t>
            </a:r>
            <a:r>
              <a:rPr lang="en-US" altLang="zh-TW" sz="3200" b="1" dirty="0"/>
              <a:t>【</a:t>
            </a:r>
            <a:r>
              <a:rPr lang="vi-VN" sz="3200" b="1" dirty="0"/>
              <a:t>demo04】。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110B38D-19C8-9F56-230F-CA8D2BDEC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663" y="1506550"/>
            <a:ext cx="8181588" cy="384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29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905A0-D8B5-32CC-100B-0893B89A8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16" y="-7164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2000" b="1" dirty="0"/>
              <a:t>5.</a:t>
            </a:r>
            <a:r>
              <a:rPr lang="zh-TW" altLang="en-US" sz="2000" b="1" dirty="0"/>
              <a:t>將本地的專案與 </a:t>
            </a:r>
            <a:r>
              <a:rPr lang="vi-VN" sz="2000" b="1" dirty="0" err="1"/>
              <a:t>github</a:t>
            </a:r>
            <a:r>
              <a:rPr lang="vi-VN" sz="2000" b="1" dirty="0"/>
              <a:t> </a:t>
            </a:r>
            <a:r>
              <a:rPr lang="zh-TW" altLang="en-US" sz="2000" b="1" dirty="0"/>
              <a:t>的  </a:t>
            </a:r>
            <a:r>
              <a:rPr lang="vi-VN" sz="2000" b="1" dirty="0" err="1"/>
              <a:t>repository</a:t>
            </a:r>
            <a:r>
              <a:rPr lang="vi-VN" sz="2000" b="1" dirty="0"/>
              <a:t>  </a:t>
            </a:r>
            <a:r>
              <a:rPr lang="zh-TW" altLang="en-US" sz="2000" b="1" dirty="0"/>
              <a:t>進行連結，並且推送到 </a:t>
            </a:r>
            <a:r>
              <a:rPr lang="vi-VN" sz="2000" b="1" dirty="0" err="1"/>
              <a:t>github</a:t>
            </a:r>
            <a:r>
              <a:rPr lang="vi-VN" sz="2000" b="1" dirty="0"/>
              <a:t> </a:t>
            </a:r>
            <a:r>
              <a:rPr lang="zh-TW" altLang="en-US" sz="2000" b="1" dirty="0"/>
              <a:t>上面。</a:t>
            </a:r>
            <a:endParaRPr lang="vi-VN" sz="2000" b="1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9DD735E-E345-0BC2-02FD-B3FC8AD4A1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709" y="1058606"/>
            <a:ext cx="9955014" cy="101931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9DFDB1E-0866-9096-0448-F4D7B06B1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08" y="2109508"/>
            <a:ext cx="9619691" cy="454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60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E2B912A-5C23-9828-FCFF-594C683F1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2958" y="385010"/>
            <a:ext cx="8244999" cy="6360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40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110</Words>
  <Application>Microsoft Office PowerPoint</Application>
  <PresentationFormat>寬螢幕</PresentationFormat>
  <Paragraphs>5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佈景主題</vt:lpstr>
      <vt:lpstr>1.建立【demo04】資料夾，並且在 vs code 中開始這個資料夾。</vt:lpstr>
      <vt:lpstr>2.請使用 github colipot 撰寫一個程式，可以抓取 opendata 網站上高雄市旅遊網的活動資料(https://data.kcg.gov.tw/File/DirectDownload/80bbbbd3-9ee4-4244-98e9-b4c08deda91b)，並且顯示在畫面上。</vt:lpstr>
      <vt:lpstr>PowerPoint 簡報</vt:lpstr>
      <vt:lpstr>3.初始化 git 專案，並將目前的專案完成版本控制(version 1.0)。</vt:lpstr>
      <vt:lpstr>4.在 github 上建立一個 repository 名稱為 【demo04】。</vt:lpstr>
      <vt:lpstr>5.將本地的專案與 github 的  repository  進行連結，並且推送到 github 上面。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阮氏垂妝</dc:creator>
  <cp:lastModifiedBy>阮氏垂妝</cp:lastModifiedBy>
  <cp:revision>1</cp:revision>
  <dcterms:created xsi:type="dcterms:W3CDTF">2026-05-19T03:11:43Z</dcterms:created>
  <dcterms:modified xsi:type="dcterms:W3CDTF">2026-05-19T03:54:15Z</dcterms:modified>
</cp:coreProperties>
</file>